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1C1B9-CE60-5F6D-3C2F-0C39B14EE1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CD44E8-BC18-EFF2-0B7E-CE7F468CB9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24EDD-0D09-E108-CA88-48C9F7813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142CB-2A97-6A46-ACA7-59BD1EF4019C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3E9C3-DDFF-DFF8-FA3B-61DE8ED12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A99F2-D924-BF53-3562-989B0997C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24617-D433-0641-9579-9C442C323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128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5C7B6-3E3B-7881-6107-585939289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0087E-7BA4-2B78-E081-B6635D98D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2A66E-3736-4EAE-03A0-F79FCF1E6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142CB-2A97-6A46-ACA7-59BD1EF4019C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C235E-3C76-55A5-B3D3-F58FC4877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AA71B-921B-1B44-8E33-77F08370E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24617-D433-0641-9579-9C442C323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916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5B05A-F359-B295-2414-1289B801F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5C46C1-1EC0-D921-E995-A80D534C1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DFA65-1C7F-1221-1534-1355BDE9B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142CB-2A97-6A46-ACA7-59BD1EF4019C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D64AE-163D-572B-EDCF-5A144F1C4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A2D73-7A8B-45CC-EB39-471DB3DA5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24617-D433-0641-9579-9C442C323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647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67773-8CF7-476A-4B05-DE3E10811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F4996-990A-2B86-9F3B-0E88B79DCD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3BD1E6-224C-8B91-500D-BAAC666315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3C26A5-F7F3-38A5-61FA-8FF23B341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142CB-2A97-6A46-ACA7-59BD1EF4019C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FB6DB3-4372-5CDC-B428-87385713D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A623EF-8F6E-FEA2-1A9D-CF674C872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24617-D433-0641-9579-9C442C323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240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2769F-B51A-49E3-541B-BF7BB35E8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48A0C-596A-C4FF-61D4-AD6586503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780621-87D4-87DE-C42A-766D992F3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40DC08-8241-D341-7203-16A0114B96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DC2A98-A155-651B-EF44-180A6D28E1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C6A5ED-2B8E-8189-7607-E28EE1F49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142CB-2A97-6A46-ACA7-59BD1EF4019C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128762-2A2D-3308-6423-FCB617BEF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F1B526-9B2F-C8D7-A39F-65F195407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24617-D433-0641-9579-9C442C323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11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A0C75-149F-4371-2CD2-908FB2E83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E62D3C-A0CA-C105-28BF-42F17FFAC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142CB-2A97-6A46-ACA7-59BD1EF4019C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D54D06-BB06-A58E-863C-70D948903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67B474-0253-9394-598C-D86970AA9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24617-D433-0641-9579-9C442C323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672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5C3C96-0260-7F34-4815-720B0CA12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142CB-2A97-6A46-ACA7-59BD1EF4019C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F2223D-0116-D7D4-B8FB-B637FA93E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B7663-54E2-0354-E211-7DB3B11FC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24617-D433-0641-9579-9C442C323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840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00B10-59FD-8729-3349-327A0B6B6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9C377-E08E-C220-44E4-99EA1E646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F13C6-F4B8-FEE6-90CF-5E4CB32385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382BDB-9078-D7CE-B229-EFFDF998E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142CB-2A97-6A46-ACA7-59BD1EF4019C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2227BA-DAFF-AD8D-C7BF-E66505C0C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77572-8867-5B59-7959-F8797FB91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24617-D433-0641-9579-9C442C323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38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9FDA4-9FB5-EA94-9031-A41A7C0D8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509386-9A3C-2501-BD0F-99ACD3FB89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6FE80-9719-B21E-F956-E0B367489A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8111D1-166D-5EBD-A85D-5F22C04D2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142CB-2A97-6A46-ACA7-59BD1EF4019C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86BD97-4643-F03E-EF01-B1C42A0D1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4FCA75-B305-3A20-3247-82EDEAFD0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24617-D433-0641-9579-9C442C323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691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62341-4F69-D189-D257-07EEC3031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1B8F00-FCB7-42A6-F269-61275B3FF3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32672-4B21-CC7F-A26C-1845EBF1A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142CB-2A97-6A46-ACA7-59BD1EF4019C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E55C4-C4A3-9ACB-1546-F16DB846C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E6BB6-3830-6BEE-3FD1-E5CA2C501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24617-D433-0641-9579-9C442C323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237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165BAE-2222-9BAD-E419-D7CFF513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BAB636-21FD-3300-0597-3E4C2FCEF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BE020-F57A-ADED-A31C-62776E643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142CB-2A97-6A46-ACA7-59BD1EF4019C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A04BB-7395-6F4B-1628-A6FCA9E80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BB8D1-3B1C-CA85-FF7A-4114545F6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24617-D433-0641-9579-9C442C323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40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D28302-E18C-D130-BBA6-40AAF672F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86337-5B5D-1D5C-54F1-F47CBF01B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B2E0D0-50FA-B00C-EE53-B06F98F0C3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6142CB-2A97-6A46-ACA7-59BD1EF4019C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B41AA-ED0A-3A57-7303-14C015163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F735E-C619-8AE9-2B40-A07560FFA7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724617-D433-0641-9579-9C442C323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881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A4191-5779-9C8F-2DF3-04AAC67F16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example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2806B2-74F7-0366-717B-CB6178B2CE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927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alyosha</dc:creator>
  <cp:lastModifiedBy>alyosha</cp:lastModifiedBy>
  <cp:revision>1</cp:revision>
  <dcterms:created xsi:type="dcterms:W3CDTF">2025-11-11T08:52:31Z</dcterms:created>
  <dcterms:modified xsi:type="dcterms:W3CDTF">2025-11-11T08:52:51Z</dcterms:modified>
</cp:coreProperties>
</file>